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3" r:id="rId4"/>
    <p:sldId id="261" r:id="rId5"/>
    <p:sldId id="262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URAV KUMAR" initials="GK" lastIdx="2" clrIdx="0">
    <p:extLst>
      <p:ext uri="{19B8F6BF-5375-455C-9EA6-DF929625EA0E}">
        <p15:presenceInfo xmlns:p15="http://schemas.microsoft.com/office/powerpoint/2012/main" userId="11ea8c52e4bd0e8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3-02T08:27:15.901" idx="1">
    <p:pos x="828" y="1920"/>
    <p:text/>
    <p:extLst>
      <p:ext uri="{C676402C-5697-4E1C-873F-D02D1690AC5C}">
        <p15:threadingInfo xmlns:p15="http://schemas.microsoft.com/office/powerpoint/2012/main" timeZoneBias="480"/>
      </p:ext>
    </p:extLst>
  </p:cm>
  <p:cm authorId="1" dt="2021-03-02T08:27:23.663" idx="2">
    <p:pos x="964" y="2056"/>
    <p:text/>
    <p:extLst>
      <p:ext uri="{C676402C-5697-4E1C-873F-D02D1690AC5C}">
        <p15:threadingInfo xmlns:p15="http://schemas.microsoft.com/office/powerpoint/2012/main" timeZoneBias="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9591-60CD-49C7-96B3-CF8A549CC1B5}" type="datetimeFigureOut">
              <a:rPr lang="en-IN" smtClean="0"/>
              <a:t>05-03-2021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5FB-074A-4AA3-BB39-55D7356A16F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68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9591-60CD-49C7-96B3-CF8A549CC1B5}" type="datetimeFigureOut">
              <a:rPr lang="en-IN" smtClean="0"/>
              <a:t>05-03-2021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5FB-074A-4AA3-BB39-55D7356A1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819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9591-60CD-49C7-96B3-CF8A549CC1B5}" type="datetimeFigureOut">
              <a:rPr lang="en-IN" smtClean="0"/>
              <a:t>05-03-2021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5FB-074A-4AA3-BB39-55D7356A16F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126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9591-60CD-49C7-96B3-CF8A549CC1B5}" type="datetimeFigureOut">
              <a:rPr lang="en-IN" smtClean="0"/>
              <a:t>05-03-2021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5FB-074A-4AA3-BB39-55D7356A1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825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9591-60CD-49C7-96B3-CF8A549CC1B5}" type="datetimeFigureOut">
              <a:rPr lang="en-IN" smtClean="0"/>
              <a:t>05-03-2021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5FB-074A-4AA3-BB39-55D7356A1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64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9591-60CD-49C7-96B3-CF8A549CC1B5}" type="datetimeFigureOut">
              <a:rPr lang="en-IN" smtClean="0"/>
              <a:t>05-03-2021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5FB-074A-4AA3-BB39-55D7356A1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10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9591-60CD-49C7-96B3-CF8A549CC1B5}" type="datetimeFigureOut">
              <a:rPr lang="en-IN" smtClean="0"/>
              <a:t>05-03-2021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5FB-074A-4AA3-BB39-55D7356A1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767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2F29591-60CD-49C7-96B3-CF8A549CC1B5}" type="datetimeFigureOut">
              <a:rPr lang="en-IN" smtClean="0"/>
              <a:t>05-03-2021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52B5FB-074A-4AA3-BB39-55D7356A1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80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9591-60CD-49C7-96B3-CF8A549CC1B5}" type="datetimeFigureOut">
              <a:rPr lang="en-IN" smtClean="0"/>
              <a:t>05-03-2021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5FB-074A-4AA3-BB39-55D7356A1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56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9591-60CD-49C7-96B3-CF8A549CC1B5}" type="datetimeFigureOut">
              <a:rPr lang="en-IN" smtClean="0"/>
              <a:t>05-03-2021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5FB-074A-4AA3-BB39-55D7356A1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126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9591-60CD-49C7-96B3-CF8A549CC1B5}" type="datetimeFigureOut">
              <a:rPr lang="en-IN" smtClean="0"/>
              <a:t>05-03-2021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5FB-074A-4AA3-BB39-55D7356A1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100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2F29591-60CD-49C7-96B3-CF8A549CC1B5}" type="datetimeFigureOut">
              <a:rPr lang="en-IN" smtClean="0"/>
              <a:t>05-03-2021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52B5FB-074A-4AA3-BB39-55D7356A16F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49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cypark.kr/courses/tips/introduction-to-python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trickbuilder.blogspot.com/2012/03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bus206.pressbooks.com/chapter/chapter-1/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creativecommons.org/licenses/by/3.0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8DBC-8EC5-4A54-AF65-C84F4C6131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OPRATING SYSTAM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B7B8E-AACF-4EC9-ACD5-8D38CA4DBF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INTERDOUCTION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844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86020C-04C0-4718-8FC2-278FE4229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3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09E1-5197-47AD-A006-93441454C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901888" cy="614218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AB317-A477-453F-AB04-F93956ACE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useful operating system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F4D1E00-D27F-4C08-8948-C448D1198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69355" y="675144"/>
            <a:ext cx="4511894" cy="494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61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70F0-A7BE-4103-BAB9-E9198D8FE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852" y="3179092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US" u="sng" dirty="0" err="1"/>
              <a:t>Defition</a:t>
            </a:r>
            <a:br>
              <a:rPr lang="en-US" u="sng" dirty="0"/>
            </a:br>
            <a:r>
              <a:rPr lang="en-US" i="1" dirty="0"/>
              <a:t>                an operating system is group program which control the computer recurse such that CPU I/O device </a:t>
            </a:r>
            <a:r>
              <a:rPr lang="en-US" i="1" dirty="0" err="1"/>
              <a:t>etc</a:t>
            </a:r>
            <a:r>
              <a:rPr lang="en-US" i="1" dirty="0"/>
              <a:t> and provide with an interface to make easy to use computer  block diagram</a:t>
            </a:r>
            <a:br>
              <a:rPr lang="en-US" i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1818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868C-3B3E-442E-BE31-7B4D3463D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39950"/>
            <a:ext cx="11079169" cy="59928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FE44D7-7608-4677-8E94-150E06DA356B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i="1" dirty="0"/>
            </a:br>
            <a:endParaRPr 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9A01DE-A246-4E20-8ACB-7FFAC71D0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88157" y="2232660"/>
            <a:ext cx="2717568" cy="29346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F88168-0057-412A-976B-26344EAFB742}"/>
              </a:ext>
            </a:extLst>
          </p:cNvPr>
          <p:cNvSpPr txBox="1"/>
          <p:nvPr/>
        </p:nvSpPr>
        <p:spPr>
          <a:xfrm>
            <a:off x="6095999" y="5203296"/>
            <a:ext cx="160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://trickbuilder.blogspot.com/2012/03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/3.0/"/>
              </a:rPr>
              <a:t>CC BY</a:t>
            </a:r>
            <a:endParaRPr lang="en-IN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BD5C8E-9D68-45C3-BC68-B7C2C3AE86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598645" y="2176345"/>
            <a:ext cx="4041005" cy="344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5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A82D9C-A8EB-4852-9A48-ED83CDE1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3DDB0F-23C8-4B3C-9C9A-796117BA4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289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2826A1-401F-4184-8A09-9799393B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244012-F1FF-44DD-9EEF-2EB486D32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855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0BAD-EEC2-47D9-B77B-76D3253A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51ED4-C23D-458E-9388-24B8AD125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69536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52</TotalTime>
  <Words>56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Retrospect</vt:lpstr>
      <vt:lpstr>OPRATING SYSTAM</vt:lpstr>
      <vt:lpstr>PowerPoint Presentation</vt:lpstr>
      <vt:lpstr>PowerPoint Presentation</vt:lpstr>
      <vt:lpstr>Defition                 an operating system is group program which control the computer recurse such that CPU I/O device etc and provide with an interface to make easy to use computer  block diagram 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OPRATING SYSTAM</dc:title>
  <dc:creator>GAURAV KUMAR</dc:creator>
  <cp:lastModifiedBy>GAURAV KUMAR</cp:lastModifiedBy>
  <cp:revision>8</cp:revision>
  <dcterms:created xsi:type="dcterms:W3CDTF">2021-02-13T17:49:09Z</dcterms:created>
  <dcterms:modified xsi:type="dcterms:W3CDTF">2021-03-05T17:03:10Z</dcterms:modified>
</cp:coreProperties>
</file>